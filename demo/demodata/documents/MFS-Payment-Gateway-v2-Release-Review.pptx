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A73E8"/>
                </a:solidFill>
              </a:defRPr>
            </a:pPr>
            <a:r>
              <a:t>Payment Gateway v2 — Release Review</a:t>
            </a:r>
          </a:p>
          <a:p>
            <a:pPr algn="ctr">
              <a:defRPr sz="2200">
                <a:solidFill>
                  <a:srgbClr val="5F6368"/>
                </a:solidFill>
              </a:defRPr>
            </a:pPr>
            <a:r>
              <a:t>Sprint 26.14 Release Readiness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</a:p>
          <a:p>
            <a:r>
              <a:t>Release 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/>
            </a:pPr>
            <a:r>
              <a:t>[PASS] All unit tests passing (94% coverage)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/>
            </a:pPr>
            <a:r>
              <a:t>[PASS] Integration tests passing (87% coverage)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/>
            </a:pPr>
            <a:r>
              <a:t>[PASS] Security scan — no critical/high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/>
            </a:pPr>
            <a:r>
              <a:t>[PASS] Performance tests — p99 &lt; 200ms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/>
            </a:pPr>
            <a:r>
              <a:t>[PARTIAL] E2E tests — webhook scenarios incomplete (72%)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/>
            </a:pPr>
            <a:r>
              <a:t>[PASS] Change approvals — CHG0090101 through CHG0090301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19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/>
            </a:pPr>
            <a:r>
              <a:t>[PASS] Rollback plan documented and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7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500"/>
            </a:pPr>
            <a:r>
              <a:t>[PASS] On-call team briefed (payments-oncall rotation)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